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.png" ContentType="image/png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3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4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3150000"/>
            <a:ext cx="9718200" cy="1258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0" y="180000"/>
            <a:ext cx="9718200" cy="1258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" name="CustomShape 2"/>
          <p:cNvSpPr/>
          <p:nvPr/>
        </p:nvSpPr>
        <p:spPr>
          <a:xfrm>
            <a:off x="7560000" y="6840000"/>
            <a:ext cx="2518200" cy="538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" name="CustomShape 3"/>
          <p:cNvSpPr/>
          <p:nvPr/>
        </p:nvSpPr>
        <p:spPr>
          <a:xfrm>
            <a:off x="900000" y="6840000"/>
            <a:ext cx="6478200" cy="5382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CustomShape 4"/>
          <p:cNvSpPr/>
          <p:nvPr/>
        </p:nvSpPr>
        <p:spPr>
          <a:xfrm>
            <a:off x="180000" y="6840000"/>
            <a:ext cx="538200" cy="5382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PlaceHolder 5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0" y="180000"/>
            <a:ext cx="9718200" cy="1258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CustomShape 2"/>
          <p:cNvSpPr/>
          <p:nvPr/>
        </p:nvSpPr>
        <p:spPr>
          <a:xfrm>
            <a:off x="7560000" y="6840000"/>
            <a:ext cx="2518200" cy="538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CustomShape 3"/>
          <p:cNvSpPr/>
          <p:nvPr/>
        </p:nvSpPr>
        <p:spPr>
          <a:xfrm>
            <a:off x="900000" y="6840000"/>
            <a:ext cx="6478200" cy="5382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CustomShape 4"/>
          <p:cNvSpPr/>
          <p:nvPr/>
        </p:nvSpPr>
        <p:spPr>
          <a:xfrm>
            <a:off x="180000" y="6840000"/>
            <a:ext cx="538200" cy="5382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PlaceHolder 5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0" y="180000"/>
            <a:ext cx="9718200" cy="1258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CustomShape 2"/>
          <p:cNvSpPr/>
          <p:nvPr/>
        </p:nvSpPr>
        <p:spPr>
          <a:xfrm>
            <a:off x="7560000" y="6840000"/>
            <a:ext cx="2518200" cy="538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CustomShape 3"/>
          <p:cNvSpPr/>
          <p:nvPr/>
        </p:nvSpPr>
        <p:spPr>
          <a:xfrm>
            <a:off x="900000" y="6840000"/>
            <a:ext cx="6478200" cy="5382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CustomShape 4"/>
          <p:cNvSpPr/>
          <p:nvPr/>
        </p:nvSpPr>
        <p:spPr>
          <a:xfrm>
            <a:off x="180000" y="6840000"/>
            <a:ext cx="538200" cy="5382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PlaceHolder 5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360000" y="3330000"/>
            <a:ext cx="9358200" cy="89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>
              <a:lnSpc>
                <a:spcPct val="100000"/>
              </a:lnSpc>
            </a:pPr>
            <a:r>
              <a:rPr b="1" lang="en-IN" sz="32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Git hub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CustomShape 1"/>
          <p:cNvSpPr/>
          <p:nvPr/>
        </p:nvSpPr>
        <p:spPr>
          <a:xfrm>
            <a:off x="360000" y="360000"/>
            <a:ext cx="9358200" cy="89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IN" sz="32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What is version control system?</a:t>
            </a:r>
            <a:r>
              <a:rPr b="1" lang="en-IN" sz="32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	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67" name="CustomShape 2"/>
          <p:cNvSpPr/>
          <p:nvPr/>
        </p:nvSpPr>
        <p:spPr>
          <a:xfrm>
            <a:off x="360000" y="1980000"/>
            <a:ext cx="9178200" cy="467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A way to manage files and directories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Track changes over time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Recall previous versions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‘</a:t>
            </a: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Source control’ is a subset of version control system.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It was originally designed for coordinating work among programmers who were operating source codes during software development.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360000" y="360000"/>
            <a:ext cx="9358200" cy="89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IN" sz="32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What is Git?</a:t>
            </a:r>
            <a:r>
              <a:rPr b="1" lang="en-IN" sz="32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	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69" name="CustomShape 2"/>
          <p:cNvSpPr/>
          <p:nvPr/>
        </p:nvSpPr>
        <p:spPr>
          <a:xfrm>
            <a:off x="360000" y="1980000"/>
            <a:ext cx="9178200" cy="467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Created by linus Torvalds, April 2005.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It is a command line version control system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It is Distributed version control system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It is cross-platform(including Windows).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It is open source, free.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How you get Git?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http://git-scm.com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1"/>
          <p:cNvSpPr/>
          <p:nvPr/>
        </p:nvSpPr>
        <p:spPr>
          <a:xfrm>
            <a:off x="360000" y="360000"/>
            <a:ext cx="9358200" cy="89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  <a:ea typeface="DejaVu Sans"/>
              </a:rPr>
              <a:t>Benefits of Git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71" name="CustomShape 2"/>
          <p:cNvSpPr/>
          <p:nvPr/>
        </p:nvSpPr>
        <p:spPr>
          <a:xfrm>
            <a:off x="360000" y="1980000"/>
            <a:ext cx="9178200" cy="467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7000"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It’s free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 (and open-source): You can freely contribute to the code any time and, of course, you don’t need to purchase it, since it is open-source.</a:t>
            </a:r>
            <a:endParaRPr b="0" lang="en-IN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Performance: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 It is faster and more reliable than any other version control software as it focuses only on file content rather than on file names.</a:t>
            </a:r>
            <a:endParaRPr b="0" lang="en-IN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Security: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 Git protects the code and the change history through a cryptographically secure hashing algorithm, called SHA1.</a:t>
            </a:r>
            <a:endParaRPr b="0" lang="en-IN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Widely-used: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has become the preferred VCS tool in many great organizations.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1"/>
          <p:cNvSpPr/>
          <p:nvPr/>
        </p:nvSpPr>
        <p:spPr>
          <a:xfrm>
            <a:off x="360000" y="360000"/>
            <a:ext cx="9358200" cy="89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4400" spc="-1" strike="noStrike">
                <a:solidFill>
                  <a:srgbClr val="24292f"/>
                </a:solidFill>
                <a:latin typeface="Arial"/>
                <a:ea typeface="Noto Sans CJK SC"/>
              </a:rPr>
              <a:t>Introduction to Git Hub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73" name="CustomShape 2"/>
          <p:cNvSpPr/>
          <p:nvPr/>
        </p:nvSpPr>
        <p:spPr>
          <a:xfrm>
            <a:off x="360000" y="1980000"/>
            <a:ext cx="9178200" cy="467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GitHub is a collaboration platform that uses Git for versioning. GitHub is a popular place to share and contribute to open source  software.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In github every one has the copy of the project.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Github is the largest community of the developers in the world with millions of peoples sharing their projects and data.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360000" y="360000"/>
            <a:ext cx="9358200" cy="89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4400" spc="-1" strike="noStrike">
                <a:solidFill>
                  <a:srgbClr val="000000"/>
                </a:solidFill>
                <a:latin typeface="Arial"/>
                <a:ea typeface="DejaVu Sans"/>
              </a:rPr>
              <a:t>Repository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360000" y="1980000"/>
            <a:ext cx="9178200" cy="467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A Repository is a project containing files and folders. A repository tracks versions of filed and folders.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Its a container that holds everything related with the project, it contains project code, documents and other important files.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360000" y="360000"/>
            <a:ext cx="9358200" cy="89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4400" spc="-1" strike="noStrike">
                <a:solidFill>
                  <a:srgbClr val="000000"/>
                </a:solidFill>
                <a:latin typeface="Arial"/>
                <a:ea typeface="Noto Sans CJK SC"/>
              </a:rPr>
              <a:t>Branch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77" name="CustomShape 2"/>
          <p:cNvSpPr/>
          <p:nvPr/>
        </p:nvSpPr>
        <p:spPr>
          <a:xfrm>
            <a:off x="360000" y="1980000"/>
            <a:ext cx="9178200" cy="467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7000"/>
          </a:bodyPr>
          <a:p>
            <a:pPr>
              <a:lnSpc>
                <a:spcPct val="115000"/>
              </a:lnSpc>
              <a:spcAft>
                <a:spcPts val="700"/>
              </a:spcAf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branch is a parallel version of your repository. By default, your repository has one branch named main and it is considered to be the definitive branch. 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You can create additional branches off of main in your repository.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On additional branches, you can make edits without impacting the main version.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Branches allow you to separate your work from the main branch. In other words, everyone's work is safe while you contribute.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1"/>
          <p:cNvSpPr/>
          <p:nvPr/>
        </p:nvSpPr>
        <p:spPr>
          <a:xfrm>
            <a:off x="360000" y="360000"/>
            <a:ext cx="9358200" cy="89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4400" spc="-1" strike="noStrike">
                <a:solidFill>
                  <a:srgbClr val="000000"/>
                </a:solidFill>
                <a:latin typeface="Arial"/>
                <a:ea typeface="DejaVu Sans"/>
              </a:rPr>
              <a:t>Pull Request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79" name="CustomShape 2"/>
          <p:cNvSpPr/>
          <p:nvPr/>
        </p:nvSpPr>
        <p:spPr>
          <a:xfrm>
            <a:off x="360000" y="1980000"/>
            <a:ext cx="9178200" cy="467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Collaboration happens on a pull request. The pull request shows the changes in your branch to other people. 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This pull request is going to keep the changes you just made on your branch and propose applying them to the main branch.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It represents a change which let issue others the changes so they can discuss and review changes which you have made.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ustomShape 1"/>
          <p:cNvSpPr/>
          <p:nvPr/>
        </p:nvSpPr>
        <p:spPr>
          <a:xfrm>
            <a:off x="360000" y="184680"/>
            <a:ext cx="9358200" cy="124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4400" spc="-1" strike="noStrike">
                <a:solidFill>
                  <a:srgbClr val="000000"/>
                </a:solidFill>
                <a:latin typeface="Arial"/>
                <a:ea typeface="DejaVu Sans"/>
              </a:rPr>
              <a:t>Issues</a:t>
            </a:r>
            <a:endParaRPr b="0" lang="en-IN" sz="4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81" name="CustomShape 2"/>
          <p:cNvSpPr/>
          <p:nvPr/>
        </p:nvSpPr>
        <p:spPr>
          <a:xfrm>
            <a:off x="288000" y="1980000"/>
            <a:ext cx="9178200" cy="467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Issues are discussion threads where people can report bugs,request features or ask question.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What is a </a:t>
            </a:r>
            <a:r>
              <a:rPr b="1" i="1" lang="en-IN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merge</a:t>
            </a: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: 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A merge adds the changes in your pull request and branch into the main branch.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What is a </a:t>
            </a:r>
            <a:r>
              <a:rPr b="1" i="1" lang="en-IN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merge conflict</a:t>
            </a: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?: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A merge conflict</a:t>
            </a: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occurs when changes are made to the same part of the same file on two different branches.  You usually find out about conflicts in a pull request.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ustomShape 1"/>
          <p:cNvSpPr/>
          <p:nvPr/>
        </p:nvSpPr>
        <p:spPr>
          <a:xfrm>
            <a:off x="360000" y="360000"/>
            <a:ext cx="9358200" cy="89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IN" sz="32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Git uses a Three-tier Architecture</a:t>
            </a:r>
            <a:endParaRPr b="0" lang="en-IN" sz="3200" spc="-1" strike="noStrike">
              <a:latin typeface="Arial"/>
            </a:endParaRPr>
          </a:p>
        </p:txBody>
      </p:sp>
      <p:pic>
        <p:nvPicPr>
          <p:cNvPr id="183" name="" descr=""/>
          <p:cNvPicPr/>
          <p:nvPr/>
        </p:nvPicPr>
        <p:blipFill>
          <a:blip r:embed="rId1"/>
          <a:srcRect l="24648" t="30079" r="43884" b="30513"/>
          <a:stretch/>
        </p:blipFill>
        <p:spPr>
          <a:xfrm>
            <a:off x="2592000" y="2088360"/>
            <a:ext cx="4821840" cy="3597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ustomShape 1"/>
          <p:cNvSpPr/>
          <p:nvPr/>
        </p:nvSpPr>
        <p:spPr>
          <a:xfrm>
            <a:off x="360000" y="360000"/>
            <a:ext cx="9358200" cy="89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  <a:ea typeface="DejaVu Sans"/>
              </a:rPr>
              <a:t>Git Commands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85" name="CustomShape 2"/>
          <p:cNvSpPr/>
          <p:nvPr/>
        </p:nvSpPr>
        <p:spPr>
          <a:xfrm>
            <a:off x="360000" y="1980000"/>
            <a:ext cx="9178200" cy="467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4000"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config</a:t>
            </a:r>
            <a:endParaRPr b="0" lang="en-IN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git config command is used initially to configure the user.name and user.email. This specifies what email id and username will be used from a local repository.</a:t>
            </a:r>
            <a:endParaRPr b="0" lang="en-IN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When git config is used with --global flag, it writes the settings to all repositories on the computer.</a:t>
            </a:r>
            <a:endParaRPr b="0" lang="en-IN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config –global user.name “Gajanan Deshmukh”</a:t>
            </a:r>
            <a:endParaRPr b="0" lang="en-IN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config –global user.email “Gajanana.deshmukh@infosys.com”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ustomShape 1"/>
          <p:cNvSpPr/>
          <p:nvPr/>
        </p:nvSpPr>
        <p:spPr>
          <a:xfrm>
            <a:off x="360000" y="360000"/>
            <a:ext cx="9358200" cy="89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  <a:ea typeface="DejaVu Sans"/>
              </a:rPr>
              <a:t>Git Commands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87" name="CustomShape 2"/>
          <p:cNvSpPr/>
          <p:nvPr/>
        </p:nvSpPr>
        <p:spPr>
          <a:xfrm>
            <a:off x="360000" y="1980000"/>
            <a:ext cx="9178200" cy="467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9000"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init: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 This is the command you need to use if you want to start a new empty repository or to reinitialize an existing one in the project root. It will create a .git directory with its subdirectories. It should look like this:</a:t>
            </a:r>
            <a:endParaRPr b="0" lang="en-IN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init &lt;repository name&gt;</a:t>
            </a:r>
            <a:endParaRPr b="0" lang="en-IN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add:</a:t>
            </a:r>
            <a:endParaRPr b="0" lang="en-IN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This is the command you need to use the stage changed files. You can stage individual files.</a:t>
            </a:r>
            <a:endParaRPr b="0" lang="en-IN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add &lt;file path&gt;</a:t>
            </a:r>
            <a:endParaRPr b="0" lang="en-IN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Or all files</a:t>
            </a:r>
            <a:endParaRPr b="0" lang="en-IN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Or Git add .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360000" y="1980000"/>
            <a:ext cx="9178200" cy="467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97000"/>
          </a:bodyPr>
          <a:p>
            <a:pPr marL="432000" indent="-322920">
              <a:lnSpc>
                <a:spcPct val="100000"/>
              </a:lnSpc>
              <a:spcAft>
                <a:spcPts val="1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3200" spc="-1" strike="noStrike">
                <a:solidFill>
                  <a:srgbClr val="1c1c1c"/>
                </a:solidFill>
                <a:latin typeface="Arial"/>
                <a:ea typeface="DejaVu Sans"/>
              </a:rPr>
              <a:t>git commit: </a:t>
            </a:r>
            <a:r>
              <a:rPr b="0" lang="en-IN" sz="3200" spc="-1" strike="noStrike">
                <a:solidFill>
                  <a:srgbClr val="1c1c1c"/>
                </a:solidFill>
                <a:latin typeface="Arial"/>
                <a:ea typeface="DejaVu Sans"/>
              </a:rPr>
              <a:t>This one is probably the most used Git command. After changes are done locally, you can save them by “committing” them. </a:t>
            </a:r>
            <a:endParaRPr b="0" lang="en-IN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Aft>
                <a:spcPts val="1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1c1c1c"/>
                </a:solidFill>
                <a:latin typeface="Arial"/>
                <a:ea typeface="DejaVu Sans"/>
              </a:rPr>
              <a:t>A commit is like local a snapshot of the current state of the branch, to which you can always come back. </a:t>
            </a:r>
            <a:endParaRPr b="0" lang="en-IN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Aft>
                <a:spcPts val="1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1c1c1c"/>
                </a:solidFill>
                <a:latin typeface="Arial"/>
                <a:ea typeface="DejaVu Sans"/>
              </a:rPr>
              <a:t>To create a new commit, type this command in Git Bash:</a:t>
            </a:r>
            <a:endParaRPr b="0" lang="en-IN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1c1c1c"/>
                </a:solidFill>
                <a:latin typeface="Arial"/>
                <a:ea typeface="DejaVu Sans"/>
              </a:rPr>
              <a:t>git commit -m&lt;message&gt;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360000" y="360000"/>
            <a:ext cx="9358200" cy="89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CustomShape 2"/>
          <p:cNvSpPr/>
          <p:nvPr/>
        </p:nvSpPr>
        <p:spPr>
          <a:xfrm>
            <a:off x="288000" y="1800720"/>
            <a:ext cx="9178200" cy="467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0000"/>
          </a:bodyPr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git status – </a:t>
            </a:r>
            <a:r>
              <a:rPr b="0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it allows one to see where files are in the three tree structure.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0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git Status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Git Branch: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0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It is used to create a new branch in your repo.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0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Git branch &lt;name of branch&gt;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git pull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0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Using git pull will fetch all the changes from the remote repository and merge any remote changes in the current local branch.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0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git pull</a:t>
            </a:r>
            <a:endParaRPr b="0" lang="en-IN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ustomShape 1"/>
          <p:cNvSpPr/>
          <p:nvPr/>
        </p:nvSpPr>
        <p:spPr>
          <a:xfrm>
            <a:off x="360000" y="1980000"/>
            <a:ext cx="9178200" cy="467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push :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push will push the locally committed changes to the remote branch. If the branch is already remotely tracked, simply use it like this (with no parameters):</a:t>
            </a:r>
            <a:endParaRPr b="0" lang="en-IN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Syntax: git push</a:t>
            </a:r>
            <a:endParaRPr b="0" lang="en-IN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push origin master – it will make changes to the master branch.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ustomShape 1"/>
          <p:cNvSpPr/>
          <p:nvPr/>
        </p:nvSpPr>
        <p:spPr>
          <a:xfrm>
            <a:off x="360000" y="360000"/>
            <a:ext cx="9358200" cy="89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CustomShape 2"/>
          <p:cNvSpPr/>
          <p:nvPr/>
        </p:nvSpPr>
        <p:spPr>
          <a:xfrm>
            <a:off x="360000" y="1980000"/>
            <a:ext cx="9178200" cy="467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checkout: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You can use the checkout command to switch the branch that you are currently working on.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checkout &lt;branch name&gt;</a:t>
            </a:r>
            <a:endParaRPr b="0" lang="en-IN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Clone: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 This command is used for downloading the latest version of a remote project and copying it to the selected location on the local machine. It looks like this:</a:t>
            </a:r>
            <a:endParaRPr b="0" lang="en-IN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clone &lt;repository url&gt;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360000" y="1980000"/>
            <a:ext cx="9178200" cy="467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merge</a:t>
            </a:r>
            <a:endParaRPr b="0" lang="en-IN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git merge command is used to integrate the branches together. The command combines the changes from one branch to another branch. </a:t>
            </a:r>
            <a:endParaRPr b="0" lang="en-IN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It is used to merge the changes in the staging branch to the stable branch.</a:t>
            </a:r>
            <a:endParaRPr b="0" lang="en-IN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merge &lt;branch_name&gt;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CustomShape 1"/>
          <p:cNvSpPr/>
          <p:nvPr/>
        </p:nvSpPr>
        <p:spPr>
          <a:xfrm>
            <a:off x="360000" y="1980000"/>
            <a:ext cx="9178200" cy="467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Deleting files from the repo:</a:t>
            </a:r>
            <a:endParaRPr b="0" lang="en-IN" sz="26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Aft>
                <a:spcPts val="1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git rm filename.txt</a:t>
            </a:r>
            <a:endParaRPr b="0" lang="en-IN" sz="26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Aft>
                <a:spcPts val="1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It will move deleted file change to </a:t>
            </a:r>
            <a:r>
              <a:rPr b="0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	</a:t>
            </a:r>
            <a:r>
              <a:rPr b="0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staging area</a:t>
            </a:r>
            <a:endParaRPr b="0" lang="en-IN" sz="26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Aft>
                <a:spcPts val="1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It is not enough to delete the file in your working directory. You must commit the change.</a:t>
            </a:r>
            <a:endParaRPr b="0" lang="en-IN" sz="26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Aft>
                <a:spcPts val="1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Deleting the Branch</a:t>
            </a:r>
            <a:endParaRPr b="0" lang="en-IN" sz="26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Aft>
                <a:spcPts val="1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You can delete the branch with the command.</a:t>
            </a:r>
            <a:endParaRPr b="0" lang="en-IN" sz="26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Aft>
                <a:spcPts val="1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Git push origin –delete &lt;branch name&gt;</a:t>
            </a:r>
            <a:endParaRPr b="0" lang="en-IN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360000" y="1980000"/>
            <a:ext cx="9178200" cy="467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diff-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IN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You can use this command to see the unstaged changes on the current branch. Here’s an example of a branch with an edited feature file:</a:t>
            </a:r>
            <a:endParaRPr b="0" lang="en-IN" sz="3200" spc="-1" strike="noStrike">
              <a:latin typeface="Arial"/>
            </a:endParaRPr>
          </a:p>
          <a:p>
            <a:pPr marL="432000" indent="-3229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git diff –staged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stomShape 1"/>
          <p:cNvSpPr/>
          <p:nvPr/>
        </p:nvSpPr>
        <p:spPr>
          <a:xfrm>
            <a:off x="360000" y="1980000"/>
            <a:ext cx="9178200" cy="467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             </a:t>
            </a:r>
            <a:r>
              <a:rPr b="1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Thank you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2022-09-01T10:57:25Z</dcterms:created>
  <dc:creator/>
  <dc:description/>
  <dc:language>en-IN</dc:language>
  <cp:lastModifiedBy/>
  <dcterms:modified xsi:type="dcterms:W3CDTF">2024-06-25T09:45:23Z</dcterms:modified>
  <cp:revision>55</cp:revision>
  <dc:subject/>
  <dc:title>Alizarin</dc:title>
</cp:coreProperties>
</file>